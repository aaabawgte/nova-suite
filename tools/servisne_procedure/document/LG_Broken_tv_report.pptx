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"/>
  </p:notesMasterIdLst>
  <p:sldIdLst>
    <p:sldId id="264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6" autoAdjust="0"/>
    <p:restoredTop sz="94483" autoAdjust="0"/>
  </p:normalViewPr>
  <p:slideViewPr>
    <p:cSldViewPr>
      <p:cViewPr varScale="1">
        <p:scale>
          <a:sx n="104" d="100"/>
          <a:sy n="104" d="100"/>
        </p:scale>
        <p:origin x="376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slav Vlahović" userId="d64072cc-48a2-4ad1-8f0b-e8e8db7d7e29" providerId="ADAL" clId="{B2CCE21A-30CB-4B73-9F95-0641A01C7325}"/>
    <pc:docChg chg="modSld">
      <pc:chgData name="Tomislav Vlahović" userId="d64072cc-48a2-4ad1-8f0b-e8e8db7d7e29" providerId="ADAL" clId="{B2CCE21A-30CB-4B73-9F95-0641A01C7325}" dt="2026-01-27T19:44:34.705" v="9" actId="1076"/>
      <pc:docMkLst>
        <pc:docMk/>
      </pc:docMkLst>
      <pc:sldChg chg="modSp mod">
        <pc:chgData name="Tomislav Vlahović" userId="d64072cc-48a2-4ad1-8f0b-e8e8db7d7e29" providerId="ADAL" clId="{B2CCE21A-30CB-4B73-9F95-0641A01C7325}" dt="2026-01-27T19:44:34.705" v="9" actId="1076"/>
        <pc:sldMkLst>
          <pc:docMk/>
          <pc:sldMk cId="0" sldId="264"/>
        </pc:sldMkLst>
        <pc:picChg chg="mod">
          <ac:chgData name="Tomislav Vlahović" userId="d64072cc-48a2-4ad1-8f0b-e8e8db7d7e29" providerId="ADAL" clId="{B2CCE21A-30CB-4B73-9F95-0641A01C7325}" dt="2026-01-27T19:44:13.595" v="0" actId="1076"/>
          <ac:picMkLst>
            <pc:docMk/>
            <pc:sldMk cId="0" sldId="264"/>
            <ac:picMk id="6" creationId="{07A31E66-AEAC-88D8-798D-F43D938A8CE9}"/>
          </ac:picMkLst>
        </pc:picChg>
        <pc:picChg chg="mod">
          <ac:chgData name="Tomislav Vlahović" userId="d64072cc-48a2-4ad1-8f0b-e8e8db7d7e29" providerId="ADAL" clId="{B2CCE21A-30CB-4B73-9F95-0641A01C7325}" dt="2026-01-27T19:44:17.026" v="2" actId="1076"/>
          <ac:picMkLst>
            <pc:docMk/>
            <pc:sldMk cId="0" sldId="264"/>
            <ac:picMk id="8" creationId="{2CD4443F-BD2D-6573-3CD8-A71FF2DD730C}"/>
          </ac:picMkLst>
        </pc:picChg>
        <pc:picChg chg="mod">
          <ac:chgData name="Tomislav Vlahović" userId="d64072cc-48a2-4ad1-8f0b-e8e8db7d7e29" providerId="ADAL" clId="{B2CCE21A-30CB-4B73-9F95-0641A01C7325}" dt="2026-01-27T19:44:34.705" v="9" actId="1076"/>
          <ac:picMkLst>
            <pc:docMk/>
            <pc:sldMk cId="0" sldId="264"/>
            <ac:picMk id="14" creationId="{572DA117-B4D5-9CF1-EEF2-9E3300607EC2}"/>
          </ac:picMkLst>
        </pc:picChg>
        <pc:picChg chg="mod">
          <ac:chgData name="Tomislav Vlahović" userId="d64072cc-48a2-4ad1-8f0b-e8e8db7d7e29" providerId="ADAL" clId="{B2CCE21A-30CB-4B73-9F95-0641A01C7325}" dt="2026-01-27T19:44:24.575" v="5" actId="1076"/>
          <ac:picMkLst>
            <pc:docMk/>
            <pc:sldMk cId="0" sldId="264"/>
            <ac:picMk id="22" creationId="{00415DAA-5387-7AB5-7369-D849427E3148}"/>
          </ac:picMkLst>
        </pc:picChg>
        <pc:picChg chg="mod">
          <ac:chgData name="Tomislav Vlahović" userId="d64072cc-48a2-4ad1-8f0b-e8e8db7d7e29" providerId="ADAL" clId="{B2CCE21A-30CB-4B73-9F95-0641A01C7325}" dt="2026-01-27T19:44:22.505" v="4" actId="1076"/>
          <ac:picMkLst>
            <pc:docMk/>
            <pc:sldMk cId="0" sldId="264"/>
            <ac:picMk id="24" creationId="{644E040E-E4D3-643B-1B8E-2128A7C91F46}"/>
          </ac:picMkLst>
        </pc:picChg>
        <pc:picChg chg="mod">
          <ac:chgData name="Tomislav Vlahović" userId="d64072cc-48a2-4ad1-8f0b-e8e8db7d7e29" providerId="ADAL" clId="{B2CCE21A-30CB-4B73-9F95-0641A01C7325}" dt="2026-01-27T19:44:29.092" v="7" actId="1076"/>
          <ac:picMkLst>
            <pc:docMk/>
            <pc:sldMk cId="0" sldId="264"/>
            <ac:picMk id="27" creationId="{C7A22B9B-8C82-8305-CF5E-F422BF0CC565}"/>
          </ac:picMkLst>
        </pc:picChg>
        <pc:picChg chg="mod">
          <ac:chgData name="Tomislav Vlahović" userId="d64072cc-48a2-4ad1-8f0b-e8e8db7d7e29" providerId="ADAL" clId="{B2CCE21A-30CB-4B73-9F95-0641A01C7325}" dt="2026-01-27T19:44:31.850" v="8" actId="1076"/>
          <ac:picMkLst>
            <pc:docMk/>
            <pc:sldMk cId="0" sldId="264"/>
            <ac:picMk id="31" creationId="{485B37F5-56F6-E59D-8110-2F03EE61DFF1}"/>
          </ac:picMkLst>
        </pc:picChg>
        <pc:picChg chg="mod">
          <ac:chgData name="Tomislav Vlahović" userId="d64072cc-48a2-4ad1-8f0b-e8e8db7d7e29" providerId="ADAL" clId="{B2CCE21A-30CB-4B73-9F95-0641A01C7325}" dt="2026-01-27T19:44:27.258" v="6" actId="1076"/>
          <ac:picMkLst>
            <pc:docMk/>
            <pc:sldMk cId="0" sldId="264"/>
            <ac:picMk id="33" creationId="{EEB3DB5A-E096-6BC9-4BA4-BED33E181CB2}"/>
          </ac:picMkLst>
        </pc:picChg>
        <pc:picChg chg="mod">
          <ac:chgData name="Tomislav Vlahović" userId="d64072cc-48a2-4ad1-8f0b-e8e8db7d7e29" providerId="ADAL" clId="{B2CCE21A-30CB-4B73-9F95-0641A01C7325}" dt="2026-01-27T19:44:19.658" v="3" actId="1076"/>
          <ac:picMkLst>
            <pc:docMk/>
            <pc:sldMk cId="0" sldId="264"/>
            <ac:picMk id="36" creationId="{C2C2AA3B-A2FC-88CD-FE8D-B71CB7F1418E}"/>
          </ac:picMkLst>
        </pc:picChg>
        <pc:picChg chg="mod">
          <ac:chgData name="Tomislav Vlahović" userId="d64072cc-48a2-4ad1-8f0b-e8e8db7d7e29" providerId="ADAL" clId="{B2CCE21A-30CB-4B73-9F95-0641A01C7325}" dt="2026-01-27T19:44:15.462" v="1" actId="1076"/>
          <ac:picMkLst>
            <pc:docMk/>
            <pc:sldMk cId="0" sldId="264"/>
            <ac:picMk id="38" creationId="{5290AAEB-2585-2EAE-8EC9-BC4483233E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BEB96-DE33-49E1-BF92-37A9FB8340FE}" type="datetimeFigureOut">
              <a:rPr lang="ko-KR" altLang="en-US" smtClean="0"/>
              <a:pPr/>
              <a:t>2026-01-27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62D4B-5CF6-4F56-8243-8A9969361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754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u-HU" baseline="0"/>
              <a:t>MR servis 15.12.2017</a:t>
            </a:r>
            <a:endParaRPr lang="hu-HU" baseline="0" dirty="0"/>
          </a:p>
          <a:p>
            <a:endParaRPr lang="hu-HU" baseline="0" dirty="0"/>
          </a:p>
          <a:p>
            <a:endParaRPr lang="hu-HU" baseline="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62D4B-5CF6-4F56-8243-8A9969361DC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054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90601" y="1474910"/>
            <a:ext cx="11226800" cy="101771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81201" y="2690446"/>
            <a:ext cx="9245600" cy="12133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0400" y="190134"/>
            <a:ext cx="11887200" cy="7913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0400" y="1107834"/>
            <a:ext cx="11887200" cy="31333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3518" y="3050932"/>
            <a:ext cx="11226800" cy="9429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3518" y="2012342"/>
            <a:ext cx="11226800" cy="10385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0400" y="190134"/>
            <a:ext cx="11887200" cy="7913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60402" y="1107834"/>
            <a:ext cx="5842000" cy="3133359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705600" y="1107834"/>
            <a:ext cx="5842000" cy="3133359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0400" y="190134"/>
            <a:ext cx="11887200" cy="7913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60400" y="1062771"/>
            <a:ext cx="5835651" cy="442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60400" y="1505684"/>
            <a:ext cx="5835651" cy="273550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709838" y="1062771"/>
            <a:ext cx="5837766" cy="442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709838" y="1505684"/>
            <a:ext cx="5837766" cy="273550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0400" y="190134"/>
            <a:ext cx="11887200" cy="7913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0399" y="189035"/>
            <a:ext cx="4345518" cy="804496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64666" y="189038"/>
            <a:ext cx="7382934" cy="405215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60399" y="993533"/>
            <a:ext cx="4345518" cy="32476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88684" y="3323493"/>
            <a:ext cx="7924800" cy="39235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88684" y="424229"/>
            <a:ext cx="7924800" cy="2848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88684" y="3715849"/>
            <a:ext cx="7924800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0400" y="190134"/>
            <a:ext cx="11887200" cy="79130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400" y="1107834"/>
            <a:ext cx="11887200" cy="313335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75800" y="190134"/>
            <a:ext cx="2971800" cy="40510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400" y="190134"/>
            <a:ext cx="8712200" cy="40510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660400" y="190134"/>
            <a:ext cx="11887200" cy="40510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3508500" y="49216"/>
            <a:ext cx="2326411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altLang="ko-KR" dirty="0"/>
              <a:t>LGE Internal Use Only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293854"/>
              </p:ext>
            </p:extLst>
          </p:nvPr>
        </p:nvGraphicFramePr>
        <p:xfrm>
          <a:off x="-1" y="404664"/>
          <a:ext cx="9144002" cy="6483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52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36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Model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hr-HR" altLang="ko-KR" sz="1200" b="1" dirty="0"/>
                        <a:t>55UT73003LA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Serial </a:t>
                      </a:r>
                      <a:r>
                        <a:rPr lang="en-US" altLang="ko-KR" sz="1200" b="1" baseline="0" dirty="0"/>
                        <a:t>Number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hr-HR" altLang="ko-KR" sz="1200" b="1" dirty="0"/>
                        <a:t>504TAKK0G069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Detection Date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hu-HU" altLang="ko-KR" sz="1200" b="1" dirty="0"/>
                        <a:t>09.09.2025.</a:t>
                      </a: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Detection Place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hr-HR" altLang="ko-KR" dirty="0"/>
                        <a:t>STORE</a:t>
                      </a:r>
                      <a:endParaRPr lang="ko-KR" altLang="en-US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6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hr-HR" altLang="ko-KR" sz="1200" b="1" dirty="0"/>
                        <a:t>Croatia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Dealer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hu-HU" altLang="ko-KR" sz="1200" b="1" baseline="0" dirty="0"/>
                        <a:t>SANCTA DOMENICA</a:t>
                      </a: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hr-HR" altLang="ko-KR" sz="1200" b="1" dirty="0"/>
                        <a:t>SANCTA DOMENICA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On/Off</a:t>
                      </a:r>
                      <a:r>
                        <a:rPr lang="en-US" altLang="ko-KR" sz="1100" b="1" baseline="0" dirty="0"/>
                        <a:t> line</a:t>
                      </a:r>
                      <a:endParaRPr lang="ko-KR" altLang="en-US" sz="11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Item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Photo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Note</a:t>
                      </a:r>
                      <a:endParaRPr lang="ko-KR" altLang="en-US" sz="1200" b="1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9014"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S</a:t>
                      </a:r>
                    </a:p>
                    <a:p>
                      <a:pPr algn="ctr" latinLnBrk="1"/>
                      <a:endParaRPr lang="en-US" altLang="ko-KR" sz="1200" b="1" dirty="0">
                        <a:latin typeface="+mj-lt"/>
                        <a:ea typeface="돋움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E</a:t>
                      </a:r>
                    </a:p>
                    <a:p>
                      <a:pPr algn="ctr" latinLnBrk="1"/>
                      <a:endParaRPr lang="en-US" altLang="ko-KR" sz="1200" b="1" dirty="0">
                        <a:latin typeface="+mj-lt"/>
                        <a:ea typeface="돋움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T</a:t>
                      </a:r>
                      <a:endParaRPr lang="ko-KR" altLang="en-US" sz="1200" b="1" dirty="0">
                        <a:latin typeface="+mj-lt"/>
                        <a:ea typeface="돋움" pitchFamily="50" charset="-127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j-lt"/>
                        <a:ea typeface="돋움" pitchFamily="50" charset="-127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2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B</a:t>
                      </a:r>
                    </a:p>
                    <a:p>
                      <a:pPr algn="ctr" latinLnBrk="1"/>
                      <a:endParaRPr lang="en-US" altLang="ko-KR" sz="1200" b="1" dirty="0">
                        <a:latin typeface="+mj-lt"/>
                        <a:ea typeface="돋움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O</a:t>
                      </a:r>
                    </a:p>
                    <a:p>
                      <a:pPr algn="ctr" latinLnBrk="1"/>
                      <a:endParaRPr lang="en-US" altLang="ko-KR" sz="1200" b="1" dirty="0">
                        <a:latin typeface="+mj-lt"/>
                        <a:ea typeface="돋움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X</a:t>
                      </a:r>
                      <a:endParaRPr lang="ko-KR" altLang="en-US" sz="1200" b="1" dirty="0">
                        <a:latin typeface="+mj-lt"/>
                        <a:ea typeface="돋움" pitchFamily="50" charset="-127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j-lt"/>
                        <a:ea typeface="돋움" pitchFamily="50" charset="-127"/>
                      </a:endParaRPr>
                    </a:p>
                  </a:txBody>
                  <a:tcPr marL="84406" marR="84406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2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P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A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C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K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I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N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+mj-lt"/>
                          <a:ea typeface="돋움" pitchFamily="50" charset="-127"/>
                        </a:rPr>
                        <a:t>G</a:t>
                      </a:r>
                      <a:endParaRPr lang="ko-KR" altLang="en-US" sz="1200" b="1" dirty="0">
                        <a:latin typeface="+mj-lt"/>
                        <a:ea typeface="돋움" pitchFamily="50" charset="-127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hu-HU" altLang="ko-KR" sz="1000" b="0" baseline="0" dirty="0">
                        <a:latin typeface="+mj-lt"/>
                        <a:ea typeface="돋움" pitchFamily="50" charset="-127"/>
                      </a:endParaRPr>
                    </a:p>
                    <a:p>
                      <a:pPr algn="ctr" latinLnBrk="1"/>
                      <a:endParaRPr lang="hu-HU" altLang="ko-KR" sz="1000" b="1" dirty="0">
                        <a:latin typeface="+mj-lt"/>
                        <a:ea typeface="돋움" pitchFamily="50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+mj-lt"/>
                        <a:ea typeface="돋움" pitchFamily="50" charset="-127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4173188" y="6598046"/>
            <a:ext cx="797169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05" tIns="45703" rIns="91405" bIns="45703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1 / 1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6250" y="4592"/>
            <a:ext cx="3903562" cy="400075"/>
          </a:xfrm>
          <a:prstGeom prst="rect">
            <a:avLst/>
          </a:prstGeom>
          <a:noFill/>
          <a:ln w="9525">
            <a:noFill/>
            <a:prstDash val="lgDash"/>
            <a:miter lim="800000"/>
            <a:headEnd/>
            <a:tailEnd/>
          </a:ln>
        </p:spPr>
        <p:txBody>
          <a:bodyPr wrap="none" lIns="91405" tIns="45703" rIns="91405" bIns="45703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7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rgbClr val="00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Panel</a:t>
            </a:r>
            <a:r>
              <a:rPr lang="ko-KR" altLang="en-US" sz="2000" b="1" dirty="0">
                <a:solidFill>
                  <a:srgbClr val="00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Crack Inspection Report</a:t>
            </a:r>
            <a:endParaRPr lang="ko-KR" altLang="en-US" sz="2000" b="1" dirty="0">
              <a:solidFill>
                <a:srgbClr val="000000"/>
              </a:solidFill>
              <a:latin typeface="Arial" pitchFamily="34" charset="0"/>
              <a:ea typeface="돋움" pitchFamily="50" charset="-127"/>
              <a:cs typeface="Arial" pitchFamily="34" charset="0"/>
            </a:endParaRPr>
          </a:p>
        </p:txBody>
      </p:sp>
      <p:cxnSp>
        <p:nvCxnSpPr>
          <p:cNvPr id="39" name="직선 연결선 38"/>
          <p:cNvCxnSpPr/>
          <p:nvPr/>
        </p:nvCxnSpPr>
        <p:spPr bwMode="auto">
          <a:xfrm>
            <a:off x="0" y="0"/>
            <a:ext cx="9144000" cy="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Szövegdoboz 28"/>
          <p:cNvSpPr txBox="1"/>
          <p:nvPr/>
        </p:nvSpPr>
        <p:spPr>
          <a:xfrm>
            <a:off x="4427984" y="357301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Szövegdoboz 29"/>
          <p:cNvSpPr txBox="1"/>
          <p:nvPr/>
        </p:nvSpPr>
        <p:spPr>
          <a:xfrm>
            <a:off x="4499992" y="5229200"/>
            <a:ext cx="406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1200" dirty="0"/>
          </a:p>
          <a:p>
            <a:endParaRPr lang="en-US" sz="1200" dirty="0"/>
          </a:p>
        </p:txBody>
      </p:sp>
      <p:sp>
        <p:nvSpPr>
          <p:cNvPr id="34" name="Szövegdoboz 33"/>
          <p:cNvSpPr txBox="1"/>
          <p:nvPr/>
        </p:nvSpPr>
        <p:spPr>
          <a:xfrm>
            <a:off x="4572000" y="5805264"/>
            <a:ext cx="33123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1050" dirty="0"/>
          </a:p>
        </p:txBody>
      </p:sp>
      <p:sp>
        <p:nvSpPr>
          <p:cNvPr id="16" name="2. sz. felirat 15"/>
          <p:cNvSpPr/>
          <p:nvPr/>
        </p:nvSpPr>
        <p:spPr>
          <a:xfrm>
            <a:off x="3995936" y="2204864"/>
            <a:ext cx="2952328" cy="1152128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b="1" dirty="0">
                <a:solidFill>
                  <a:schemeClr val="tx1"/>
                </a:solidFill>
              </a:rPr>
              <a:t>1 </a:t>
            </a:r>
            <a:r>
              <a:rPr lang="hu-HU" b="1" dirty="0" err="1">
                <a:solidFill>
                  <a:schemeClr val="tx1"/>
                </a:solidFill>
              </a:rPr>
              <a:t>photo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about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the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whole</a:t>
            </a:r>
            <a:r>
              <a:rPr lang="hu-HU" b="1" dirty="0">
                <a:solidFill>
                  <a:schemeClr val="tx1"/>
                </a:solidFill>
              </a:rPr>
              <a:t> display (</a:t>
            </a:r>
            <a:r>
              <a:rPr lang="hu-HU" b="1" dirty="0" err="1">
                <a:solidFill>
                  <a:schemeClr val="tx1"/>
                </a:solidFill>
              </a:rPr>
              <a:t>on</a:t>
            </a:r>
            <a:r>
              <a:rPr lang="hu-HU" b="1" dirty="0">
                <a:solidFill>
                  <a:schemeClr val="tx1"/>
                </a:solidFill>
              </a:rPr>
              <a:t> and </a:t>
            </a:r>
            <a:r>
              <a:rPr lang="hu-HU" b="1" dirty="0" err="1">
                <a:solidFill>
                  <a:schemeClr val="tx1"/>
                </a:solidFill>
              </a:rPr>
              <a:t>off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too</a:t>
            </a:r>
            <a:r>
              <a:rPr lang="hu-HU" b="1" dirty="0">
                <a:solidFill>
                  <a:schemeClr val="tx1"/>
                </a:solidFill>
              </a:rPr>
              <a:t>) </a:t>
            </a:r>
          </a:p>
          <a:p>
            <a:r>
              <a:rPr lang="hu-HU" b="1" dirty="0">
                <a:solidFill>
                  <a:schemeClr val="tx1"/>
                </a:solidFill>
              </a:rPr>
              <a:t>and another 1 about the </a:t>
            </a:r>
          </a:p>
          <a:p>
            <a:r>
              <a:rPr lang="hu-HU" b="1" dirty="0" err="1">
                <a:solidFill>
                  <a:schemeClr val="tx1"/>
                </a:solidFill>
              </a:rPr>
              <a:t>damage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2. sz. felirat 16"/>
          <p:cNvSpPr/>
          <p:nvPr/>
        </p:nvSpPr>
        <p:spPr>
          <a:xfrm>
            <a:off x="3995936" y="3717032"/>
            <a:ext cx="2952328" cy="864096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b="1" dirty="0" err="1">
                <a:solidFill>
                  <a:schemeClr val="tx1"/>
                </a:solidFill>
              </a:rPr>
              <a:t>Put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photos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about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all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sides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but</a:t>
            </a:r>
            <a:r>
              <a:rPr lang="hu-HU" b="1" dirty="0">
                <a:solidFill>
                  <a:schemeClr val="tx1"/>
                </a:solidFill>
              </a:rPr>
              <a:t> front and back </a:t>
            </a:r>
            <a:r>
              <a:rPr lang="hu-HU" b="1" dirty="0" err="1">
                <a:solidFill>
                  <a:schemeClr val="tx1"/>
                </a:solidFill>
              </a:rPr>
              <a:t>side</a:t>
            </a:r>
            <a:r>
              <a:rPr lang="hu-HU" b="1" dirty="0">
                <a:solidFill>
                  <a:schemeClr val="tx1"/>
                </a:solidFill>
              </a:rPr>
              <a:t> </a:t>
            </a:r>
          </a:p>
          <a:p>
            <a:r>
              <a:rPr lang="hu-HU" b="1" dirty="0" err="1">
                <a:solidFill>
                  <a:schemeClr val="tx1"/>
                </a:solidFill>
              </a:rPr>
              <a:t>are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the</a:t>
            </a:r>
            <a:r>
              <a:rPr lang="hu-HU" b="1" dirty="0">
                <a:solidFill>
                  <a:schemeClr val="tx1"/>
                </a:solidFill>
              </a:rPr>
              <a:t> most </a:t>
            </a:r>
            <a:r>
              <a:rPr lang="hu-HU" b="1" dirty="0" err="1">
                <a:solidFill>
                  <a:schemeClr val="tx1"/>
                </a:solidFill>
              </a:rPr>
              <a:t>important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2. sz. felirat 17"/>
          <p:cNvSpPr/>
          <p:nvPr/>
        </p:nvSpPr>
        <p:spPr>
          <a:xfrm>
            <a:off x="4067944" y="5373216"/>
            <a:ext cx="2952328" cy="864096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b="1" dirty="0" err="1">
                <a:solidFill>
                  <a:schemeClr val="tx1"/>
                </a:solidFill>
              </a:rPr>
              <a:t>Put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photos</a:t>
            </a:r>
            <a:r>
              <a:rPr lang="hu-HU" b="1" dirty="0">
                <a:solidFill>
                  <a:schemeClr val="tx1"/>
                </a:solidFill>
              </a:rPr>
              <a:t> </a:t>
            </a:r>
            <a:r>
              <a:rPr lang="hu-HU" b="1" dirty="0" err="1">
                <a:solidFill>
                  <a:schemeClr val="tx1"/>
                </a:solidFill>
              </a:rPr>
              <a:t>about</a:t>
            </a:r>
            <a:r>
              <a:rPr lang="hu-HU" b="1" dirty="0">
                <a:solidFill>
                  <a:schemeClr val="tx1"/>
                </a:solidFill>
              </a:rPr>
              <a:t> </a:t>
            </a:r>
          </a:p>
          <a:p>
            <a:r>
              <a:rPr lang="hu-HU" b="1" dirty="0" err="1">
                <a:solidFill>
                  <a:schemeClr val="tx1"/>
                </a:solidFill>
              </a:rPr>
              <a:t>nikecells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5" name="Slika 4" descr="Slika na kojoj se prikazuje tekst, kutija, snimka zaslona, knjiga&#10;&#10;Sadržaj generiran uz AI možda nije točan.">
            <a:extLst>
              <a:ext uri="{FF2B5EF4-FFF2-40B4-BE49-F238E27FC236}">
                <a16:creationId xmlns:a16="http://schemas.microsoft.com/office/drawing/2014/main" id="{22344248-BE4B-F0C9-50F4-B6F210D2C7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55966" y="1852703"/>
            <a:ext cx="1439581" cy="2112166"/>
          </a:xfrm>
          <a:prstGeom prst="rect">
            <a:avLst/>
          </a:prstGeom>
        </p:spPr>
      </p:pic>
      <p:pic>
        <p:nvPicPr>
          <p:cNvPr id="8" name="Slika 7" descr="Slika na kojoj se prikazuje tekst, kontejner za otpad, kutija, plavo&#10;&#10;Sadržaj generiran uz AI možda nije točan.">
            <a:extLst>
              <a:ext uri="{FF2B5EF4-FFF2-40B4-BE49-F238E27FC236}">
                <a16:creationId xmlns:a16="http://schemas.microsoft.com/office/drawing/2014/main" id="{2CD4443F-BD2D-6573-3CD8-A71FF2DD73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686" y="2202095"/>
            <a:ext cx="2076670" cy="1439582"/>
          </a:xfrm>
          <a:prstGeom prst="rect">
            <a:avLst/>
          </a:prstGeom>
        </p:spPr>
      </p:pic>
      <p:pic>
        <p:nvPicPr>
          <p:cNvPr id="14" name="Slika 13" descr="Slika na kojoj se prikazuje karton, kontejner, kutija za otpremu, isporuka paketa&#10;&#10;Sadržaj generiran uz AI možda nije točan.">
            <a:extLst>
              <a:ext uri="{FF2B5EF4-FFF2-40B4-BE49-F238E27FC236}">
                <a16:creationId xmlns:a16="http://schemas.microsoft.com/office/drawing/2014/main" id="{572DA117-B4D5-9CF1-EEF2-9E3300607E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353" y="5388788"/>
            <a:ext cx="2176645" cy="1410997"/>
          </a:xfrm>
          <a:prstGeom prst="rect">
            <a:avLst/>
          </a:prstGeom>
        </p:spPr>
      </p:pic>
      <p:pic>
        <p:nvPicPr>
          <p:cNvPr id="22" name="Slika 21" descr="Slika na kojoj se prikazuje karton, kutija za otpremu, u dvorani, kutija&#10;&#10;Sadržaj generiran uz AI možda nije točan.">
            <a:extLst>
              <a:ext uri="{FF2B5EF4-FFF2-40B4-BE49-F238E27FC236}">
                <a16:creationId xmlns:a16="http://schemas.microsoft.com/office/drawing/2014/main" id="{00415DAA-5387-7AB5-7369-D849427E31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60500" y="3814926"/>
            <a:ext cx="1410999" cy="1332659"/>
          </a:xfrm>
          <a:prstGeom prst="rect">
            <a:avLst/>
          </a:prstGeom>
        </p:spPr>
      </p:pic>
      <p:pic>
        <p:nvPicPr>
          <p:cNvPr id="24" name="Slika 23" descr="Slika na kojoj se prikazuje karton, zgrada, kutija za otpremu, kontejner&#10;&#10;Sadržaj generiran uz AI možda nije točan.">
            <a:extLst>
              <a:ext uri="{FF2B5EF4-FFF2-40B4-BE49-F238E27FC236}">
                <a16:creationId xmlns:a16="http://schemas.microsoft.com/office/drawing/2014/main" id="{644E040E-E4D3-643B-1B8E-2128A7C91F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02131" y="3990242"/>
            <a:ext cx="1421194" cy="1056722"/>
          </a:xfrm>
          <a:prstGeom prst="rect">
            <a:avLst/>
          </a:prstGeom>
        </p:spPr>
      </p:pic>
      <p:pic>
        <p:nvPicPr>
          <p:cNvPr id="27" name="Slika 26" descr="Slika na kojoj se prikazuje kontejner, karton, kutija za otpremu, kutija&#10;&#10;Sadržaj generiran uz AI možda nije točan.">
            <a:extLst>
              <a:ext uri="{FF2B5EF4-FFF2-40B4-BE49-F238E27FC236}">
                <a16:creationId xmlns:a16="http://schemas.microsoft.com/office/drawing/2014/main" id="{C7A22B9B-8C82-8305-CF5E-F422BF0CC56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61" y="5416915"/>
            <a:ext cx="2760237" cy="1388352"/>
          </a:xfrm>
          <a:prstGeom prst="rect">
            <a:avLst/>
          </a:prstGeom>
        </p:spPr>
      </p:pic>
      <p:pic>
        <p:nvPicPr>
          <p:cNvPr id="31" name="Slika 30" descr="Slika na kojoj se prikazuje oružje, alat, galanterija, tlo&#10;&#10;Sadržaj generiran uz AI možda nije točan.">
            <a:extLst>
              <a:ext uri="{FF2B5EF4-FFF2-40B4-BE49-F238E27FC236}">
                <a16:creationId xmlns:a16="http://schemas.microsoft.com/office/drawing/2014/main" id="{485B37F5-56F6-E59D-8110-2F03EE61DFF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022" y="5396760"/>
            <a:ext cx="2952328" cy="1388353"/>
          </a:xfrm>
          <a:prstGeom prst="rect">
            <a:avLst/>
          </a:prstGeom>
        </p:spPr>
      </p:pic>
      <p:pic>
        <p:nvPicPr>
          <p:cNvPr id="33" name="Slika 32" descr="Slika na kojoj se prikazuje kontejner, karton, kutija za otpremu, kutija&#10;&#10;Sadržaj generiran uz AI možda nije točan.">
            <a:extLst>
              <a:ext uri="{FF2B5EF4-FFF2-40B4-BE49-F238E27FC236}">
                <a16:creationId xmlns:a16="http://schemas.microsoft.com/office/drawing/2014/main" id="{EEB3DB5A-E096-6BC9-4BA4-BED33E181CB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22015" y="3371452"/>
            <a:ext cx="1528351" cy="2283719"/>
          </a:xfrm>
          <a:prstGeom prst="rect">
            <a:avLst/>
          </a:prstGeom>
        </p:spPr>
      </p:pic>
      <p:pic>
        <p:nvPicPr>
          <p:cNvPr id="36" name="Slika 35" descr="Slika na kojoj se prikazuje kontejner, karton, drvo, kutija&#10;&#10;Sadržaj generiran uz AI možda nije točan.">
            <a:extLst>
              <a:ext uri="{FF2B5EF4-FFF2-40B4-BE49-F238E27FC236}">
                <a16:creationId xmlns:a16="http://schemas.microsoft.com/office/drawing/2014/main" id="{C2C2AA3B-A2FC-88CD-FE8D-B71CB7F1418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62723" y="3483205"/>
            <a:ext cx="1303962" cy="2014781"/>
          </a:xfrm>
          <a:prstGeom prst="rect">
            <a:avLst/>
          </a:prstGeom>
        </p:spPr>
      </p:pic>
      <p:pic>
        <p:nvPicPr>
          <p:cNvPr id="38" name="Slika 37" descr="Slika na kojoj se prikazuje tekst, oznaka, Tiskanje, ulaznica&#10;&#10;Sadržaj generiran uz AI možda nije točan.">
            <a:extLst>
              <a:ext uri="{FF2B5EF4-FFF2-40B4-BE49-F238E27FC236}">
                <a16:creationId xmlns:a16="http://schemas.microsoft.com/office/drawing/2014/main" id="{5290AAEB-2585-2EAE-8EC9-BC4483233E8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59476" y="1962656"/>
            <a:ext cx="1368154" cy="1874206"/>
          </a:xfrm>
          <a:prstGeom prst="rect">
            <a:avLst/>
          </a:prstGeom>
        </p:spPr>
      </p:pic>
      <p:pic>
        <p:nvPicPr>
          <p:cNvPr id="6" name="Slika 5" descr="Slika na kojoj se prikazuje alat, u dvorani&#10;&#10;Sadržaj generiran uz AI možda nije točan.">
            <a:extLst>
              <a:ext uri="{FF2B5EF4-FFF2-40B4-BE49-F238E27FC236}">
                <a16:creationId xmlns:a16="http://schemas.microsoft.com/office/drawing/2014/main" id="{07A31E66-AEAC-88D8-798D-F43D938A8CE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39419" y="2168282"/>
            <a:ext cx="1354522" cy="14931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86</Words>
  <Application>Microsoft Office PowerPoint</Application>
  <PresentationFormat>Prikaz na zaslonu (4:3)</PresentationFormat>
  <Paragraphs>48</Paragraphs>
  <Slides>1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</vt:i4>
      </vt:variant>
    </vt:vector>
  </HeadingPairs>
  <TitlesOfParts>
    <vt:vector size="5" baseType="lpstr">
      <vt:lpstr>굴림</vt:lpstr>
      <vt:lpstr>맑은 고딕</vt:lpstr>
      <vt:lpstr>Arial</vt:lpstr>
      <vt:lpstr>1_기본 디자인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Tomislav Vlahović</cp:lastModifiedBy>
  <cp:revision>118</cp:revision>
  <dcterms:created xsi:type="dcterms:W3CDTF">2015-05-26T04:53:23Z</dcterms:created>
  <dcterms:modified xsi:type="dcterms:W3CDTF">2026-01-27T19:44:45Z</dcterms:modified>
</cp:coreProperties>
</file>